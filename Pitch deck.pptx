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hewy" charset="1" panose="02000000000000000000"/>
      <p:regular r:id="rId28"/>
    </p:embeddedFont>
    <p:embeddedFont>
      <p:font typeface="ไอติม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75565" y="3259212"/>
            <a:ext cx="10936871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Book a Bro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2279" y="5285743"/>
            <a:ext cx="15883441" cy="287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The world’s first companionship-on-demand platform for Gen Z.</a:t>
            </a:r>
          </a:p>
          <a:p>
            <a:pPr algn="ctr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3783" y="1171575"/>
            <a:ext cx="10980434" cy="3092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8"/>
              </a:lnSpc>
            </a:pPr>
            <a:r>
              <a:rPr lang="en-US" sz="7978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Gen Z struggles with </a:t>
            </a:r>
          </a:p>
          <a:p>
            <a:pPr algn="ctr">
              <a:lnSpc>
                <a:spcPts val="7978"/>
              </a:lnSpc>
            </a:pPr>
            <a:r>
              <a:rPr lang="en-US" sz="7978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real world connection.</a:t>
            </a:r>
          </a:p>
          <a:p>
            <a:pPr algn="ctr">
              <a:lnSpc>
                <a:spcPts val="797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915002" y="3930510"/>
            <a:ext cx="11335762" cy="59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Friends are always busy</a:t>
            </a:r>
          </a:p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Rising loneliness among youth</a:t>
            </a:r>
          </a:p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No study/gym/hangout partner</a:t>
            </a:r>
          </a:p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Social anxiety makes meeting people harder</a:t>
            </a:r>
          </a:p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No platform solves everyday companionship</a:t>
            </a:r>
          </a:p>
          <a:p>
            <a:pPr algn="l" marL="907890" indent="-453945" lvl="1">
              <a:lnSpc>
                <a:spcPts val="5887"/>
              </a:lnSpc>
              <a:buFont typeface="Arial"/>
              <a:buChar char="•"/>
            </a:pPr>
            <a:r>
              <a:rPr lang="en-US" sz="4205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People dealing with stress or feeling low have no one to speak to and heal with</a:t>
            </a:r>
          </a:p>
          <a:p>
            <a:pPr algn="l">
              <a:lnSpc>
                <a:spcPts val="5887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80978" y="2139377"/>
            <a:ext cx="7526045" cy="13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The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696" y="3393502"/>
            <a:ext cx="14050607" cy="541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5"/>
              </a:lnSpc>
            </a:pPr>
            <a:r>
              <a:rPr lang="en-US" sz="438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safe, global platform where users can instantly book a verified companion — someone to hangout, study, gym, talk, chill, or heal with.</a:t>
            </a:r>
          </a:p>
          <a:p>
            <a:pPr algn="ctr">
              <a:lnSpc>
                <a:spcPts val="6145"/>
              </a:lnSpc>
            </a:pPr>
            <a:r>
              <a:rPr lang="en-US" sz="438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Companion Experience Includes: Hangouts,Study sessions,Gym motivation,Gaming squads,Travel support,Emotional comfort &amp; conversations</a:t>
            </a:r>
          </a:p>
          <a:p>
            <a:pPr algn="ctr">
              <a:lnSpc>
                <a:spcPts val="614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44336" y="1938688"/>
            <a:ext cx="9999328" cy="13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Why People Will Pay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96144" y="3489325"/>
            <a:ext cx="12695711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People don’t pay for skills — they pay for connection, presence, and real vibes.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Key Reasons: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Emotional support when they feel low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Someone to talk to (stress relief)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Motivation for gym/study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Social confidence boost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Fun experiences + companionship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Convenience (available anytime)</a:t>
            </a:r>
          </a:p>
          <a:p>
            <a:pPr algn="ctr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06798" y="686990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6167" y="1559634"/>
            <a:ext cx="9595667" cy="13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Target Audience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73869" y="2595187"/>
            <a:ext cx="12497035" cy="741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</a:t>
            </a: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ook a Bro is built for people who crave real connection in a busy world.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Who Uses It: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Gen Z (18–30)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College students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Busy young professionals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People living away from home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Socially anxious individuals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People feeling lonely or low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Travelers needing company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06798" y="686990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46167" y="799222"/>
            <a:ext cx="9595667" cy="13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Business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8766" y="2081921"/>
            <a:ext cx="11190469" cy="752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4"/>
              </a:lnSpc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simple, scalable partner-driven system similar to global platforms like Uber, Swiggy, and Urban Company.</a:t>
            </a:r>
          </a:p>
          <a:p>
            <a:pPr algn="l">
              <a:lnSpc>
                <a:spcPts val="4654"/>
              </a:lnSpc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How We Earn: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Standardized hourly/session pricing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30–40% commission on every booking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One-time partner onboarding fee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Optional premium user subscriptions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Peak-time surge pricing (optional)</a:t>
            </a:r>
          </a:p>
          <a:p>
            <a:pPr algn="l">
              <a:lnSpc>
                <a:spcPts val="4654"/>
              </a:lnSpc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How Bros Earn: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Fixed payout per hour/session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Performance-based incentives</a:t>
            </a:r>
          </a:p>
          <a:p>
            <a:pPr algn="l" marL="717805" indent="-358903" lvl="1">
              <a:lnSpc>
                <a:spcPts val="4654"/>
              </a:lnSpc>
              <a:buFont typeface="Arial"/>
              <a:buChar char="•"/>
            </a:pPr>
            <a:r>
              <a:rPr lang="en-US" sz="332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Priority bookings for top-rated Bros</a:t>
            </a:r>
          </a:p>
          <a:p>
            <a:pPr algn="l">
              <a:lnSpc>
                <a:spcPts val="465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5245369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5" y="0"/>
                </a:lnTo>
                <a:lnTo>
                  <a:pt x="7365595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75087" y="-102870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06798" y="686990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2803" y="799222"/>
            <a:ext cx="12913133" cy="13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BRO PARTNER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73869" y="2278908"/>
            <a:ext cx="15570807" cy="764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7"/>
              </a:lnSpc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controlled, professional, performance-based companion network.</a:t>
            </a:r>
          </a:p>
          <a:p>
            <a:pPr algn="l">
              <a:lnSpc>
                <a:spcPts val="4667"/>
              </a:lnSpc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How We Manage Bros: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Verified identity &amp; background check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Mandatory onboarding + vibe training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Code of Conduct signing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Rating-based ranking system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Performance-based firing/suspension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Priority for top-rated Bros</a:t>
            </a:r>
          </a:p>
          <a:p>
            <a:pPr algn="l">
              <a:lnSpc>
                <a:spcPts val="4667"/>
              </a:lnSpc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Why This Works: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High-quality companionship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 &amp; professional behavior</a:t>
            </a:r>
          </a:p>
          <a:p>
            <a:pPr algn="l" marL="719792" indent="-359896" lvl="1">
              <a:lnSpc>
                <a:spcPts val="4667"/>
              </a:lnSpc>
              <a:buFont typeface="Arial"/>
              <a:buChar char="•"/>
            </a:pPr>
            <a:r>
              <a:rPr lang="en-US" sz="3333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Global-standard trust system</a:t>
            </a:r>
          </a:p>
          <a:p>
            <a:pPr algn="l">
              <a:lnSpc>
                <a:spcPts val="466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32196" y="688601"/>
            <a:ext cx="14223608" cy="2616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Safety System </a:t>
            </a:r>
          </a:p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(Core Protection)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8483" y="3228600"/>
            <a:ext cx="11391033" cy="677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6"/>
              </a:lnSpc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Safety System (Core Protection)</a:t>
            </a:r>
          </a:p>
          <a:p>
            <a:pPr algn="l">
              <a:lnSpc>
                <a:spcPts val="4926"/>
              </a:lnSpc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SAFETY FIRST</a:t>
            </a:r>
          </a:p>
          <a:p>
            <a:pPr algn="l">
              <a:lnSpc>
                <a:spcPts val="4926"/>
              </a:lnSpc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global, multi-layered protection system that ensures every interaction stays safe and respectful.</a:t>
            </a:r>
          </a:p>
          <a:p>
            <a:pPr algn="l">
              <a:lnSpc>
                <a:spcPts val="4926"/>
              </a:lnSpc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Core Safety Features:</a:t>
            </a:r>
          </a:p>
          <a:p>
            <a:pPr algn="l" marL="759793" indent="-379897" lvl="1">
              <a:lnSpc>
                <a:spcPts val="4926"/>
              </a:lnSpc>
              <a:buFont typeface="Arial"/>
              <a:buChar char="•"/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Full ID Verification (Govt ID / Passport)</a:t>
            </a:r>
          </a:p>
          <a:p>
            <a:pPr algn="l" marL="759793" indent="-379897" lvl="1">
              <a:lnSpc>
                <a:spcPts val="4926"/>
              </a:lnSpc>
              <a:buFont typeface="Arial"/>
              <a:buChar char="•"/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Background Screening for Bros</a:t>
            </a:r>
          </a:p>
          <a:p>
            <a:pPr algn="l" marL="759793" indent="-379897" lvl="1">
              <a:lnSpc>
                <a:spcPts val="4926"/>
              </a:lnSpc>
              <a:buFont typeface="Arial"/>
              <a:buChar char="•"/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In‑App Chat Only (No sharing personal numbers)</a:t>
            </a:r>
          </a:p>
          <a:p>
            <a:pPr algn="l" marL="759793" indent="-379897" lvl="1">
              <a:lnSpc>
                <a:spcPts val="4926"/>
              </a:lnSpc>
              <a:buFont typeface="Arial"/>
              <a:buChar char="•"/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</a:t>
            </a: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asked Calling System</a:t>
            </a:r>
          </a:p>
          <a:p>
            <a:pPr algn="l" marL="759793" indent="-379897" lvl="1">
              <a:lnSpc>
                <a:spcPts val="4926"/>
              </a:lnSpc>
              <a:buFont typeface="Arial"/>
              <a:buChar char="•"/>
            </a:pPr>
            <a:r>
              <a:rPr lang="en-US" sz="3519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AI Auto‑Moderation for inappropriate text</a:t>
            </a:r>
          </a:p>
          <a:p>
            <a:pPr algn="l">
              <a:lnSpc>
                <a:spcPts val="492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593812" y="-365299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17794" y="487738"/>
            <a:ext cx="10452412" cy="192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7348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Safety System </a:t>
            </a:r>
          </a:p>
          <a:p>
            <a:pPr algn="ctr">
              <a:lnSpc>
                <a:spcPts val="7348"/>
              </a:lnSpc>
            </a:pPr>
            <a:r>
              <a:rPr lang="en-US" sz="7348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(During the Session)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4740" y="2300432"/>
            <a:ext cx="18063095" cy="81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6"/>
              </a:lnSpc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REAL‑TIME PROTECTION</a:t>
            </a:r>
          </a:p>
          <a:p>
            <a:pPr algn="l">
              <a:lnSpc>
                <a:spcPts val="4986"/>
              </a:lnSpc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Safety features that activate during an ongoing hangout session.</a:t>
            </a:r>
          </a:p>
          <a:p>
            <a:pPr algn="l">
              <a:lnSpc>
                <a:spcPts val="4986"/>
              </a:lnSpc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Live Session Safety: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Live Location Tracking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In‑app Emergency Panic Button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Aut</a:t>
            </a: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omatic Check‑ins during long sessions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Inst</a:t>
            </a: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ant Suspension for rule breakers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24/7 Su</a:t>
            </a: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pport Team (City‑Hub Based)</a:t>
            </a:r>
          </a:p>
          <a:p>
            <a:pPr algn="l">
              <a:lnSpc>
                <a:spcPts val="4986"/>
              </a:lnSpc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Why It Matters: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Ensures emotional &amp; physical safety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</a:t>
            </a: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aintains clean, non‑dating usage</a:t>
            </a:r>
          </a:p>
          <a:p>
            <a:pPr algn="l" marL="768957" indent="-384479" lvl="1">
              <a:lnSpc>
                <a:spcPts val="4986"/>
              </a:lnSpc>
              <a:buFont typeface="Arial"/>
              <a:buChar char="•"/>
            </a:pPr>
            <a:r>
              <a:rPr lang="en-US" sz="356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Builds global trust</a:t>
            </a:r>
          </a:p>
          <a:p>
            <a:pPr algn="l">
              <a:lnSpc>
                <a:spcPts val="498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7004" y="468805"/>
            <a:ext cx="12589490" cy="23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SCALABILITY: </a:t>
            </a:r>
          </a:p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GLOBAL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4740" y="2828270"/>
            <a:ext cx="15729577" cy="705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lightweight structure that works in any country, any major city.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How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We Expand: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Launch city by city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Use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micro–city hubs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Pl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ug-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and-play operations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Low-cos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 rollout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Global HQ Handles: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pp &amp; technology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Payments + finance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Br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anding &amp; marketing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Safety rules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Analytics &amp; updates</a:t>
            </a:r>
          </a:p>
          <a:p>
            <a:pPr algn="l">
              <a:lnSpc>
                <a:spcPts val="434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9255" y="707750"/>
            <a:ext cx="12589490" cy="12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WHY WE WIN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34740" y="2360852"/>
            <a:ext cx="11653806" cy="759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Book a Bro isn’t competing in an existing space — we’re creating a new one.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Ou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 Competitive Advantages: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First-mover in global companionship market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NOT a dating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app — cle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an, safe &amp; trusted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Emotional value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&gt; skill value (un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ique category)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Viral potential on TikTok / Reels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St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rong repeat usage (study, gym, hangouts)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High trust system through verification + training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Scalable city-hub model worldwide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Result: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We opera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te where no major platform exists — giving us a massive advantage.</a:t>
            </a:r>
          </a:p>
          <a:p>
            <a:pPr algn="l">
              <a:lnSpc>
                <a:spcPts val="4342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6936" y="302184"/>
            <a:ext cx="9201156" cy="4670133"/>
          </a:xfrm>
          <a:custGeom>
            <a:avLst/>
            <a:gdLst/>
            <a:ahLst/>
            <a:cxnLst/>
            <a:rect r="r" b="b" t="t" l="l"/>
            <a:pathLst>
              <a:path h="4670133" w="9201156">
                <a:moveTo>
                  <a:pt x="0" y="0"/>
                </a:moveTo>
                <a:lnTo>
                  <a:pt x="9201155" y="0"/>
                </a:lnTo>
                <a:lnTo>
                  <a:pt x="9201155" y="4670133"/>
                </a:lnTo>
                <a:lnTo>
                  <a:pt x="0" y="4670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8150" y="605816"/>
            <a:ext cx="10996922" cy="203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1"/>
              </a:lnSpc>
            </a:pPr>
            <a:r>
              <a:rPr lang="en-US" sz="773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WORLDWIDE LONELINESS STATISTICS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6481" y="3064386"/>
            <a:ext cx="13122591" cy="681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According to multiple WHO-backed global surveys, loneliness and social disconnection have reached alarming levels worldwide.</a:t>
            </a:r>
          </a:p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Key Insight:</a:t>
            </a:r>
          </a:p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ma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ssive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portion of the global population 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eports struggling with loneliness,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stress, anxiety, or lack of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companionship.</a:t>
            </a:r>
          </a:p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Survey Breakdown (WHO / Global Studies):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79.60% — People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who feel socially disconnected or emotionally stress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ed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20.40% —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People who report having a healthy social circle</a:t>
            </a:r>
          </a:p>
          <a:p>
            <a:pPr algn="l">
              <a:lnSpc>
                <a:spcPts val="4958"/>
              </a:lnSpc>
            </a:pPr>
          </a:p>
          <a:p>
            <a:pPr algn="l">
              <a:lnSpc>
                <a:spcPts val="495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36936" y="302184"/>
            <a:ext cx="9201156" cy="4670133"/>
          </a:xfrm>
          <a:custGeom>
            <a:avLst/>
            <a:gdLst/>
            <a:ahLst/>
            <a:cxnLst/>
            <a:rect r="r" b="b" t="t" l="l"/>
            <a:pathLst>
              <a:path h="4670133" w="9201156">
                <a:moveTo>
                  <a:pt x="0" y="0"/>
                </a:moveTo>
                <a:lnTo>
                  <a:pt x="9201155" y="0"/>
                </a:lnTo>
                <a:lnTo>
                  <a:pt x="9201155" y="4670133"/>
                </a:lnTo>
                <a:lnTo>
                  <a:pt x="0" y="4670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8150" y="605816"/>
            <a:ext cx="10996922" cy="10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1"/>
              </a:lnSpc>
            </a:pPr>
            <a:r>
              <a:rPr lang="en-US" sz="773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What This Means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6481" y="3064386"/>
            <a:ext cx="13122591" cy="681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The world is becoming more connected digitally but more isolated emotionally. There is a massive, urgent need for platforms that provide: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eal human connection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 companionship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Emotional support</a:t>
            </a:r>
          </a:p>
          <a:p>
            <a:pPr algn="l" marL="764722" indent="-382361" lvl="1">
              <a:lnSpc>
                <a:spcPts val="4958"/>
              </a:lnSpc>
              <a:buFont typeface="Arial"/>
              <a:buChar char="•"/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Someone to talk to during low moments</a:t>
            </a:r>
          </a:p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Why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It Supports Book a Bro:</a:t>
            </a:r>
          </a:p>
          <a:p>
            <a:pPr algn="l">
              <a:lnSpc>
                <a:spcPts val="4958"/>
              </a:lnSpc>
            </a:pP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This data proves that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companionship is not a luxury — it is a global necessity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. Bo</a:t>
            </a:r>
            <a:r>
              <a:rPr lang="en-US" sz="3542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ok a Bro directly solves this worldwide problem.</a:t>
            </a:r>
          </a:p>
          <a:p>
            <a:pPr algn="l">
              <a:lnSpc>
                <a:spcPts val="4958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551651" y="-497779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1779" y="468805"/>
            <a:ext cx="12589490" cy="23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GLOBAL MARKET OPPORTUNITY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7004" y="3159323"/>
            <a:ext cx="14853260" cy="7054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Loneliness and lack of real companionship is now one of the biggest worldwide problems. Book a Bro taps directly into that need.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Ma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ssive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Market Segments: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1.5+ Billion Gen Z worldwide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430M young adults living 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away from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home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Increasing global loneliness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rates (40%+)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No dominan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 companionship platform exists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Why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This Market Is H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ug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Rising mental &amp; emotional stress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Friends 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are busier than ever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People want someone to hangout, study, and talk to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Compani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onship is becoming a global paid service trend</a:t>
            </a:r>
          </a:p>
          <a:p>
            <a:pPr algn="l">
              <a:lnSpc>
                <a:spcPts val="4342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661089" y="-1269462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7004" y="858009"/>
            <a:ext cx="12589490" cy="12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OUR 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7004" y="2284703"/>
            <a:ext cx="14241230" cy="8141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To build the world’s first and largest Companionship Platform — where anyone, anywhere can instantly find someone to talk to, hangout with, study with, or simply feel under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stood.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Long-Term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Goals: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Expand to 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100+ major cities globally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Build a trusted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network of trained comp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anion-partners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Become the #1 solution for lonelines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 &amp; soc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ial connection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Create a new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industry category: The Social Support Economy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Provide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opportunities for youth worldwide to earn through companionship</a:t>
            </a:r>
          </a:p>
          <a:p>
            <a:pPr algn="l">
              <a:lnSpc>
                <a:spcPts val="4342"/>
              </a:lnSpc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at We Stand For: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Real connection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Emotional well-being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Safe in</a:t>
            </a: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teractions</a:t>
            </a:r>
          </a:p>
          <a:p>
            <a:pPr algn="l" marL="669618" indent="-334809" lvl="1">
              <a:lnSpc>
                <a:spcPts val="4342"/>
              </a:lnSpc>
              <a:buFont typeface="Arial"/>
              <a:buChar char="•"/>
            </a:pPr>
            <a:r>
              <a:rPr lang="en-US" sz="3101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Global community building</a:t>
            </a:r>
          </a:p>
          <a:p>
            <a:pPr algn="l">
              <a:lnSpc>
                <a:spcPts val="434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9934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9255" y="581214"/>
            <a:ext cx="12589490" cy="23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WHY YOUR COMPANY SHOULD ACQUIRE THIS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3134" y="3133848"/>
            <a:ext cx="15434574" cy="643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Book a Bro is not just a product — it's a new global category with massive em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otional dem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 no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major competitors.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What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You Gain: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comple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te, ready-to-build global busines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 model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v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iral Gen Z brand with strong emotion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 pull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new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revenue stream in the Social Support Economy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global-scale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city-hub expansion system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High retention through daily/weekly companionship usage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full safety + training + p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artner s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tructure already defined</a:t>
            </a: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9934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9255" y="581214"/>
            <a:ext cx="12589490" cy="232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WHAT I BRING </a:t>
            </a:r>
          </a:p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(FOUNDER ROLE)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3134" y="3133848"/>
            <a:ext cx="15434574" cy="7078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Gen Z insight + mindset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Product vision + brand direction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Creative strategy + youth communica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tion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Growth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 vir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marketing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ideas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lu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eprint for global scaling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THE ASK: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Pa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rtner with or acquire Book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 Bro — and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hire me as the young visionary behind the idea. Together, we can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build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the world’s first true global companionship platform.</a:t>
            </a:r>
          </a:p>
          <a:p>
            <a:pPr algn="l">
              <a:lnSpc>
                <a:spcPts val="5153"/>
              </a:lnSpc>
            </a:pP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9934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26505" y="659637"/>
            <a:ext cx="10634990" cy="2158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20"/>
              </a:lnSpc>
            </a:pPr>
            <a:r>
              <a:rPr lang="en-US" sz="8220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A FINAL MESSAGE FROM THE FOUNDER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2521" y="3155735"/>
            <a:ext cx="13442958" cy="643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I’m 15 years old, and while I have the vision, crea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tivity, and a deep underst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anding of wh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at Gen Z truly needs… I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also know something import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ant: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can’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 run a global company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alone right now — I sti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ll have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school, studies, editing work, and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l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ife responsibilities.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But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the timing is perfect.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The world needs a companionship platform right now. This market is opening today — not ye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ars later. Book a Bro is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the right idea at the right moment.</a:t>
            </a: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9934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2534" y="387863"/>
            <a:ext cx="10522933" cy="213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33"/>
              </a:lnSpc>
            </a:pPr>
            <a:r>
              <a:rPr lang="en-US" sz="8133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WHY I’M APPROACHING YOUR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2521" y="3155735"/>
            <a:ext cx="13442958" cy="643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I need a company tha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 can: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Scale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glob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ally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Hand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le operatio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ns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M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age safety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+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legal syst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em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Build strong tech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Expand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fast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WHAT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I’M ASKING FOR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Acquire Book a Bro — and hire me as the young vi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sionary b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ehind the idea.</a:t>
            </a: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9934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8329" y="886584"/>
            <a:ext cx="11451342" cy="136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0"/>
              </a:lnSpc>
            </a:pPr>
            <a:r>
              <a:rPr lang="en-US" sz="10050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What I Bring: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2521" y="2980636"/>
            <a:ext cx="13442958" cy="578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Gen Z mindset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Product vision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Youth insight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Crea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tive branding sense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Viral growth ideas</a:t>
            </a:r>
          </a:p>
          <a:p>
            <a:pPr algn="l" marL="794681" indent="-397341" lvl="1">
              <a:lnSpc>
                <a:spcPts val="5153"/>
              </a:lnSpc>
              <a:buFont typeface="Arial"/>
              <a:buChar char="•"/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Deep underst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anding of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tod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ay’s soci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al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problems</a:t>
            </a:r>
          </a:p>
          <a:p>
            <a:pPr algn="l">
              <a:lnSpc>
                <a:spcPts val="5153"/>
              </a:lnSpc>
            </a:pP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Together, w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e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can build the world’s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firs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t</a:t>
            </a:r>
            <a:r>
              <a:rPr lang="en-US" sz="3680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true global companionship platform.</a:t>
            </a:r>
          </a:p>
          <a:p>
            <a:pPr algn="l">
              <a:lnSpc>
                <a:spcPts val="5153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76611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5" y="0"/>
                </a:lnTo>
                <a:lnTo>
                  <a:pt x="7365595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792413" y="-385370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-768015" y="7431371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8329" y="858009"/>
            <a:ext cx="11451342" cy="12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1"/>
              </a:lnSpc>
            </a:pPr>
            <a:r>
              <a:rPr lang="en-US" sz="8851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FOUNDER 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48257" y="2358132"/>
            <a:ext cx="13991485" cy="763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Name: Rohit M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Age: 15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Grade: 10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School: Comorin International School (India)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Role: Student, Editor, Creator, Visionary Founder of Book a Bro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About Me: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I’m a fast-learning, tech-enthusiastic student who picks up new skills quickly — but only when I’m genuinely interested.</a:t>
            </a:r>
          </a:p>
          <a:p>
            <a:pPr algn="l">
              <a:lnSpc>
                <a:spcPts val="5522"/>
              </a:lnSpc>
            </a:pPr>
            <a:r>
              <a:rPr lang="en-US" sz="3944">
                <a:solidFill>
                  <a:srgbClr val="D64E33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 I learn by going with the flow, exploring deeply, and perfecting whatever captures my curiosity.</a:t>
            </a:r>
          </a:p>
          <a:p>
            <a:pPr algn="l">
              <a:lnSpc>
                <a:spcPts val="5522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9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96564">
            <a:off x="-1731572" y="-2331944"/>
            <a:ext cx="6993842" cy="7440257"/>
          </a:xfrm>
          <a:custGeom>
            <a:avLst/>
            <a:gdLst/>
            <a:ahLst/>
            <a:cxnLst/>
            <a:rect r="r" b="b" t="t" l="l"/>
            <a:pathLst>
              <a:path h="7440257" w="6993842">
                <a:moveTo>
                  <a:pt x="0" y="0"/>
                </a:moveTo>
                <a:lnTo>
                  <a:pt x="6993841" y="0"/>
                </a:lnTo>
                <a:lnTo>
                  <a:pt x="6993841" y="7440257"/>
                </a:lnTo>
                <a:lnTo>
                  <a:pt x="0" y="7440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5519">
            <a:off x="14605202" y="5604764"/>
            <a:ext cx="7365595" cy="7307072"/>
          </a:xfrm>
          <a:custGeom>
            <a:avLst/>
            <a:gdLst/>
            <a:ahLst/>
            <a:cxnLst/>
            <a:rect r="r" b="b" t="t" l="l"/>
            <a:pathLst>
              <a:path h="7307072" w="7365595">
                <a:moveTo>
                  <a:pt x="0" y="0"/>
                </a:moveTo>
                <a:lnTo>
                  <a:pt x="7365596" y="0"/>
                </a:lnTo>
                <a:lnTo>
                  <a:pt x="7365596" y="7307072"/>
                </a:lnTo>
                <a:lnTo>
                  <a:pt x="0" y="7307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821861">
            <a:off x="15485989" y="-146425"/>
            <a:ext cx="2229473" cy="4114800"/>
          </a:xfrm>
          <a:custGeom>
            <a:avLst/>
            <a:gdLst/>
            <a:ahLst/>
            <a:cxnLst/>
            <a:rect r="r" b="b" t="t" l="l"/>
            <a:pathLst>
              <a:path h="4114800" w="2229473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07974">
            <a:off x="167669" y="6474238"/>
            <a:ext cx="2245462" cy="3653858"/>
          </a:xfrm>
          <a:custGeom>
            <a:avLst/>
            <a:gdLst/>
            <a:ahLst/>
            <a:cxnLst/>
            <a:rect r="r" b="b" t="t" l="l"/>
            <a:pathLst>
              <a:path h="3653858" w="2245462">
                <a:moveTo>
                  <a:pt x="0" y="0"/>
                </a:moveTo>
                <a:lnTo>
                  <a:pt x="2245462" y="0"/>
                </a:lnTo>
                <a:lnTo>
                  <a:pt x="2245462" y="3653858"/>
                </a:lnTo>
                <a:lnTo>
                  <a:pt x="0" y="36538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70097" y="4248150"/>
            <a:ext cx="8347806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D64E33"/>
                </a:solidFill>
                <a:latin typeface="Chewy"/>
                <a:ea typeface="Chewy"/>
                <a:cs typeface="Chewy"/>
                <a:sym typeface="Chew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DAG4uYO91to</dc:identifier>
  <dcterms:modified xsi:type="dcterms:W3CDTF">2011-08-01T06:04:30Z</dcterms:modified>
  <cp:revision>1</cp:revision>
  <dc:title>Beige Abstract Simple Project Presentation</dc:title>
</cp:coreProperties>
</file>